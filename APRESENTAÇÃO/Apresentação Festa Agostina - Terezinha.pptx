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5218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995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83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520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7183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7694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7047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736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034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8387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064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943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3077E89-D317-A095-9676-65D203BDA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55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21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B77524-FE03-4D87-C385-65910863F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734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9B012-22A9-B3F4-0D17-328F3DA6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C8D4AC-039F-84BA-CDA7-B636DD978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010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7B094-B451-09CD-04C9-2450DBD6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82E7EF-854A-D0EC-4AA2-CC0822CCF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69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56F16-269A-F4CE-009C-0A05915DE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3F6E99-5473-2380-EBBD-4EA8A5145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575" b="71221"/>
          <a:stretch>
            <a:fillRect/>
          </a:stretch>
        </p:blipFill>
        <p:spPr>
          <a:xfrm>
            <a:off x="818773" y="399878"/>
            <a:ext cx="10554454" cy="60582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44AE019-A076-B986-500A-599748CF653F}"/>
              </a:ext>
            </a:extLst>
          </p:cNvPr>
          <p:cNvSpPr/>
          <p:nvPr/>
        </p:nvSpPr>
        <p:spPr>
          <a:xfrm>
            <a:off x="1294646" y="796705"/>
            <a:ext cx="2064190" cy="588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9B7109-4A77-21BB-32A2-140C0AD28EB8}"/>
              </a:ext>
            </a:extLst>
          </p:cNvPr>
          <p:cNvSpPr/>
          <p:nvPr/>
        </p:nvSpPr>
        <p:spPr>
          <a:xfrm>
            <a:off x="1447046" y="5104646"/>
            <a:ext cx="4510134" cy="588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8462ED-183C-8D67-842D-984BAF058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646" y="643205"/>
            <a:ext cx="2064190" cy="59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302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4E3E8-9A2C-3BED-F973-D046E2ABD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F4FF3F-4AED-B979-9D54-84240F5A0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77" t="925" r="33924" b="71616"/>
          <a:stretch>
            <a:fillRect/>
          </a:stretch>
        </p:blipFill>
        <p:spPr>
          <a:xfrm>
            <a:off x="301690" y="145031"/>
            <a:ext cx="11588620" cy="65679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FC02D2-5956-EDC4-F806-C444C4F94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76" y="398761"/>
            <a:ext cx="2064190" cy="59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190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78093-17C0-4DDC-E2DA-49B9BC320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F0060D-7198-BA10-A867-65642C5C8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88" t="1056" r="744" b="71617"/>
          <a:stretch>
            <a:fillRect/>
          </a:stretch>
        </p:blipFill>
        <p:spPr>
          <a:xfrm>
            <a:off x="345233" y="214874"/>
            <a:ext cx="11526877" cy="64282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C221F5-C49C-F24D-924F-D4562510F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64" y="362547"/>
            <a:ext cx="2064190" cy="59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207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87CCF-88DE-391B-0228-DDFAEBD12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9C1D37-3AC9-1E1A-0B29-955196C09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370A54-1FC1-ADCF-5E7B-B715E6517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512" y="352711"/>
            <a:ext cx="2064190" cy="59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513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555D7-DB12-1A5A-40CC-AF54D19BB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88CAEB-DFED-7301-13F8-3F27F0639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53" t="29307" r="34012" b="45874"/>
          <a:stretch>
            <a:fillRect/>
          </a:stretch>
        </p:blipFill>
        <p:spPr>
          <a:xfrm>
            <a:off x="136125" y="350821"/>
            <a:ext cx="11919749" cy="61563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D94A00-B413-E33A-CD1E-FE13463E0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46" y="522839"/>
            <a:ext cx="2064190" cy="59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00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83708-2A78-A566-EC7F-53FEB5DB0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9992EC-C463-BE27-A96C-0446AA0B6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04" t="29174" r="920" b="46007"/>
          <a:stretch>
            <a:fillRect/>
          </a:stretch>
        </p:blipFill>
        <p:spPr>
          <a:xfrm>
            <a:off x="76021" y="361912"/>
            <a:ext cx="12039958" cy="61341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7C37E3-7C46-61DB-1FA7-5B31440A8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98" y="568106"/>
            <a:ext cx="2064190" cy="59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294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75199-D429-5A1C-8215-679B5DD8C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C5BDE4-9FD3-0BD6-383D-7146F207C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" t="55018" r="66821" b="23073"/>
          <a:stretch>
            <a:fillRect/>
          </a:stretch>
        </p:blipFill>
        <p:spPr>
          <a:xfrm>
            <a:off x="317241" y="849086"/>
            <a:ext cx="11541967" cy="52064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2A7B84-969C-3EC1-38CE-A1750F2FA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208" y="1011726"/>
            <a:ext cx="2064190" cy="59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510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046C3-0D42-4F99-8E37-645F72BD5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ADDDF7-E113-A9C2-8A92-9352B3206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89" t="54918" r="34481" b="23168"/>
          <a:stretch>
            <a:fillRect/>
          </a:stretch>
        </p:blipFill>
        <p:spPr>
          <a:xfrm>
            <a:off x="80078" y="667693"/>
            <a:ext cx="12031844" cy="55226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6918F6-F426-524C-0424-E34436B41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06" y="912138"/>
            <a:ext cx="2064190" cy="59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101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32C6D-7CDE-8BBE-D154-FC6D1290D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2C1FBF-AEFB-2F76-D1B0-0095F19FE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61" t="55049" r="745" b="23037"/>
          <a:stretch>
            <a:fillRect/>
          </a:stretch>
        </p:blipFill>
        <p:spPr>
          <a:xfrm>
            <a:off x="223935" y="794441"/>
            <a:ext cx="11791884" cy="52691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54CB09-5989-1E14-5311-0DC93781C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85" y="957406"/>
            <a:ext cx="2064190" cy="59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013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A3E12-42B9-6B76-0056-E3DA5A5DA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B08180-A198-3AED-6CE0-69F5184C9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" t="77624" r="66928" b="1254"/>
          <a:stretch>
            <a:fillRect/>
          </a:stretch>
        </p:blipFill>
        <p:spPr>
          <a:xfrm>
            <a:off x="233784" y="497942"/>
            <a:ext cx="11958216" cy="52419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590B6E-1D5C-C407-353C-92DC40750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85" y="649588"/>
            <a:ext cx="2064190" cy="59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517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AF219-28A5-E75E-B894-8B5CE1B16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D8F083-E22C-6112-8273-1DFEBC210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76" t="78068" r="34070" b="1259"/>
          <a:stretch>
            <a:fillRect/>
          </a:stretch>
        </p:blipFill>
        <p:spPr>
          <a:xfrm>
            <a:off x="191182" y="587829"/>
            <a:ext cx="11724010" cy="50253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84D598-DF11-92C4-BEB0-C16DFD9B0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59" y="651475"/>
            <a:ext cx="2064190" cy="59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203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9E12D-D70F-7E5E-FAD2-154660481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D8BEFD-B7DD-21D1-B045-437A24A91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27" t="77865" r="745" b="1386"/>
          <a:stretch>
            <a:fillRect/>
          </a:stretch>
        </p:blipFill>
        <p:spPr>
          <a:xfrm>
            <a:off x="81481" y="597159"/>
            <a:ext cx="11971755" cy="50752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0695D0-D21B-5D0F-33CA-371498CE4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59" y="651475"/>
            <a:ext cx="2064190" cy="5933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A9C223-AF95-FE9C-6BEC-BE2BFCCE2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90" y="3021974"/>
            <a:ext cx="3880375" cy="111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586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Wellington Silva Martins</dc:creator>
  <cp:lastModifiedBy>Wellington Silva Martins</cp:lastModifiedBy>
  <cp:revision>4</cp:revision>
  <cp:lastPrinted>2026-08-03T04:09:19Z</cp:lastPrinted>
  <dcterms:created xsi:type="dcterms:W3CDTF">2026-07-31T12:13:59Z</dcterms:created>
  <dcterms:modified xsi:type="dcterms:W3CDTF">2026-08-03T04:09:21Z</dcterms:modified>
</cp:coreProperties>
</file>