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21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9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3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52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718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69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04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36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3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38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06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6408C-A53F-4246-A69E-8E78F6FDE6A3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A505F-272E-4BB6-AC43-33AB69EAF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94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077E89-D317-A095-9676-65D203BDA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77524-FE03-4D87-C385-65910863F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3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B012-22A9-B3F4-0D17-328F3DA6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8D4AC-039F-84BA-CDA7-B636DD978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1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B094-B451-09CD-04C9-2450DBD6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82E7EF-854A-D0EC-4AA2-CC0822CC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7CCF-88DE-391B-0228-DDFAEBD1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C1D37-3AC9-1E1A-0B29-955196C09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1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6F16-269A-F4CE-009C-0A05915D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30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Silva Martins</dc:creator>
  <cp:lastModifiedBy>Wellington Silva Martins</cp:lastModifiedBy>
  <cp:revision>2</cp:revision>
  <dcterms:created xsi:type="dcterms:W3CDTF">2026-07-31T12:13:59Z</dcterms:created>
  <dcterms:modified xsi:type="dcterms:W3CDTF">2026-08-03T03:45:44Z</dcterms:modified>
</cp:coreProperties>
</file>